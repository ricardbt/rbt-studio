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097280"/>
            <a:ext cx="5943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200" dirty="0">
                <a:solidFill>
                  <a:srgbClr val="F2ED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Ricard</a:t>
            </a:r>
            <a:endParaRPr lang="en-US" sz="7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7200" dirty="0">
                <a:solidFill>
                  <a:srgbClr val="F2ED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Boixeda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594360" y="44805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8C2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Experience Engineer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94360" y="4315968"/>
            <a:ext cx="5029200" cy="0"/>
          </a:xfrm>
          <a:prstGeom prst="line">
            <a:avLst/>
          </a:prstGeom>
          <a:noFill/>
          <a:ln w="7620">
            <a:solidFill>
              <a:srgbClr val="8A85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0" y="6446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08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23960" y="1097280"/>
            <a:ext cx="54864" cy="3200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GAP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594360" y="841248"/>
            <a:ext cx="7955280" cy="0"/>
          </a:xfrm>
          <a:prstGeom prst="line">
            <a:avLst/>
          </a:prstGeom>
          <a:noFill/>
          <a:ln w="7620">
            <a:solidFill>
              <a:srgbClr val="C8C2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097280"/>
            <a:ext cx="7955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dirty="0">
                <a:solidFill>
                  <a:srgbClr val="3A3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digital products
know what they do.
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94360" y="2834640"/>
            <a:ext cx="7955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i="1" dirty="0">
                <a:solidFill>
                  <a:srgbClr val="0F0E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Few know how they should feel to use.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594360" y="6217920"/>
            <a:ext cx="7955280" cy="0"/>
          </a:xfrm>
          <a:prstGeom prst="line">
            <a:avLst/>
          </a:prstGeom>
          <a:noFill/>
          <a:ln w="7620">
            <a:solidFill>
              <a:srgbClr val="C8C2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6446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08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 DO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594360" y="841248"/>
            <a:ext cx="7955280" cy="0"/>
          </a:xfrm>
          <a:prstGeom prst="line">
            <a:avLst/>
          </a:prstGeom>
          <a:noFill/>
          <a:ln w="7620">
            <a:solidFill>
              <a:srgbClr val="C8C2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188720"/>
            <a:ext cx="74980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dirty="0">
                <a:solidFill>
                  <a:srgbClr val="0F0E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design and build digital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dirty="0">
                <a:solidFill>
                  <a:srgbClr val="0F0E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experiences where the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dirty="0">
                <a:solidFill>
                  <a:srgbClr val="0F0E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interface and the system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dirty="0">
                <a:solidFill>
                  <a:srgbClr val="0F0E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are inseparable.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94360" y="5303520"/>
            <a:ext cx="2468880" cy="475488"/>
          </a:xfrm>
          <a:prstGeom prst="rect">
            <a:avLst/>
          </a:prstGeom>
          <a:solidFill>
            <a:srgbClr val="E8E2D9"/>
          </a:solidFill>
          <a:ln w="6350">
            <a:solidFill>
              <a:srgbClr val="C8C2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530352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3A38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Interaction Design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337560" y="5303520"/>
            <a:ext cx="2468880" cy="475488"/>
          </a:xfrm>
          <a:prstGeom prst="rect">
            <a:avLst/>
          </a:prstGeom>
          <a:solidFill>
            <a:srgbClr val="E8E2D9"/>
          </a:solidFill>
          <a:ln w="6350">
            <a:solidFill>
              <a:srgbClr val="C8C2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530352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3A38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AI-Native Products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080760" y="5303520"/>
            <a:ext cx="2468880" cy="475488"/>
          </a:xfrm>
          <a:prstGeom prst="rect">
            <a:avLst/>
          </a:prstGeom>
          <a:solidFill>
            <a:srgbClr val="E8E2D9"/>
          </a:solidFill>
          <a:ln w="6350">
            <a:solidFill>
              <a:srgbClr val="C8C2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80760" y="530352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3A38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 Systems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94360" y="6217920"/>
            <a:ext cx="7955280" cy="0"/>
          </a:xfrm>
          <a:prstGeom prst="line">
            <a:avLst/>
          </a:prstGeom>
          <a:noFill/>
          <a:ln w="7620">
            <a:solidFill>
              <a:srgbClr val="C8C2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0" y="6446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08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INTERSECTION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594360" y="841248"/>
            <a:ext cx="7955280" cy="0"/>
          </a:xfrm>
          <a:prstGeom prst="line">
            <a:avLst/>
          </a:prstGeom>
          <a:noFill/>
          <a:ln w="7620">
            <a:solidFill>
              <a:srgbClr val="4A48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37160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2ED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2ED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Thinking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28803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UX · Interaction · Clarity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2788920"/>
            <a:ext cx="1097280" cy="0"/>
          </a:xfrm>
          <a:prstGeom prst="line">
            <a:avLst/>
          </a:prstGeom>
          <a:noFill/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137160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2ED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2ED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Craft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0" y="28803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 · Design Systems · Motion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0" y="2788920"/>
            <a:ext cx="1097280" cy="0"/>
          </a:xfrm>
          <a:prstGeom prst="line">
            <a:avLst/>
          </a:prstGeom>
          <a:noFill/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37160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2ED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AI-Assisted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2ED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309360" y="28803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Intelligent · Human-centered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309360" y="2788920"/>
            <a:ext cx="1097280" cy="0"/>
          </a:xfrm>
          <a:prstGeom prst="line">
            <a:avLst/>
          </a:prstGeom>
          <a:noFill/>
          <a:ln w="12700">
            <a:solidFill>
              <a:srgbClr val="C039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5029200"/>
            <a:ext cx="7955280" cy="0"/>
          </a:xfrm>
          <a:prstGeom prst="line">
            <a:avLst/>
          </a:prstGeom>
          <a:noFill/>
          <a:ln w="7620">
            <a:solidFill>
              <a:srgbClr val="4A48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52120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years engineering · Fine Arts background · Barcelona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863840" y="6446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08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SELECTED WORK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594360" y="841248"/>
            <a:ext cx="7955280" cy="0"/>
          </a:xfrm>
          <a:prstGeom prst="line">
            <a:avLst/>
          </a:prstGeom>
          <a:noFill/>
          <a:ln w="7620">
            <a:solidFill>
              <a:srgbClr val="C8C2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11556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05840" y="10972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0E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Brandboard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14630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Brand Experience · AI Product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0" y="1152144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A3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brief to brand identity in a single guided session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05840" y="2212848"/>
            <a:ext cx="8138160" cy="0"/>
          </a:xfrm>
          <a:prstGeom prst="line">
            <a:avLst/>
          </a:prstGeom>
          <a:noFill/>
          <a:ln w="7620">
            <a:solidFill>
              <a:srgbClr val="C8C2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36829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05840" y="235000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0E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StoryPrint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271576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Consumer Product · Generative Content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657600" y="240487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A3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Personalised children's books — without prompting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05840" y="3465576"/>
            <a:ext cx="8138160" cy="0"/>
          </a:xfrm>
          <a:prstGeom prst="line">
            <a:avLst/>
          </a:prstGeom>
          <a:noFill/>
          <a:ln w="7620">
            <a:solidFill>
              <a:srgbClr val="C8C2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62102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05840" y="360273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0E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 UI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05840" y="396849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Design · Prediction Markets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657600" y="36576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A3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reasoning made readable and navigable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005840" y="4718304"/>
            <a:ext cx="8138160" cy="0"/>
          </a:xfrm>
          <a:prstGeom prst="line">
            <a:avLst/>
          </a:prstGeom>
          <a:noFill/>
          <a:ln w="7620">
            <a:solidFill>
              <a:srgbClr val="C8C2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487375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05840" y="485546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0E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 Sync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05840" y="522122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Internal Tool · Workflow Design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57600" y="491032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A3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Eliminated manual data entry across 4 platforms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94360" y="6217920"/>
            <a:ext cx="7955280" cy="0"/>
          </a:xfrm>
          <a:prstGeom prst="line">
            <a:avLst/>
          </a:prstGeom>
          <a:noFill/>
          <a:ln w="7620">
            <a:solidFill>
              <a:srgbClr val="C8C2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63840" y="6446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08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 WORK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594360" y="841248"/>
            <a:ext cx="7955280" cy="0"/>
          </a:xfrm>
          <a:prstGeom prst="line">
            <a:avLst/>
          </a:prstGeom>
          <a:noFill/>
          <a:ln w="7620">
            <a:solidFill>
              <a:srgbClr val="C8C2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188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57276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0E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Understand the friction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94360" y="21031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A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actual moment of difficulty for the person using this?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1536192"/>
            <a:ext cx="731520" cy="0"/>
          </a:xfrm>
          <a:prstGeom prst="line">
            <a:avLst/>
          </a:prstGeom>
          <a:noFill/>
          <a:ln w="6350">
            <a:solidFill>
              <a:srgbClr val="C8C2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188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92040" y="157276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0E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the interaction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892040" y="21031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A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should it feel to use, before a single line of code.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92040" y="1536192"/>
            <a:ext cx="731520" cy="0"/>
          </a:xfrm>
          <a:prstGeom prst="line">
            <a:avLst/>
          </a:prstGeom>
          <a:noFill/>
          <a:ln w="6350">
            <a:solidFill>
              <a:srgbClr val="C8C2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474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385876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0E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with intent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94360" y="43891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A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— frontend, AI integration, backend — experience held constant.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" y="3822192"/>
            <a:ext cx="731520" cy="0"/>
          </a:xfrm>
          <a:prstGeom prst="line">
            <a:avLst/>
          </a:prstGeom>
          <a:noFill/>
          <a:ln w="6350">
            <a:solidFill>
              <a:srgbClr val="C8C2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3474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385876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0E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Leave it ownable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892040" y="43891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A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Documented, composable, legible — not dependent on my continued involvement.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92040" y="3822192"/>
            <a:ext cx="731520" cy="0"/>
          </a:xfrm>
          <a:prstGeom prst="line">
            <a:avLst/>
          </a:prstGeom>
          <a:noFill/>
          <a:ln w="6350">
            <a:solidFill>
              <a:srgbClr val="C8C2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6217920"/>
            <a:ext cx="7955280" cy="0"/>
          </a:xfrm>
          <a:prstGeom prst="line">
            <a:avLst/>
          </a:prstGeom>
          <a:noFill/>
          <a:ln w="7620">
            <a:solidFill>
              <a:srgbClr val="C8C2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63840" y="6446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08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463040"/>
            <a:ext cx="7955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dirty="0">
                <a:solidFill>
                  <a:srgbClr val="8A85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most important thing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dirty="0">
                <a:solidFill>
                  <a:srgbClr val="8A85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about any AI system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94360" y="306324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dirty="0">
                <a:solidFill>
                  <a:srgbClr val="8A85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not how it works.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94360" y="3886200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i="1" dirty="0">
                <a:solidFill>
                  <a:srgbClr val="F2ED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It's how it feels to work with.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863840" y="6446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08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TO NEW OPPORTUNITIES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594360" y="841248"/>
            <a:ext cx="7955280" cy="0"/>
          </a:xfrm>
          <a:prstGeom prst="line">
            <a:avLst/>
          </a:prstGeom>
          <a:noFill/>
          <a:ln w="7620">
            <a:solidFill>
              <a:srgbClr val="C8C2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188720"/>
            <a:ext cx="5943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200" dirty="0">
                <a:solidFill>
                  <a:srgbClr val="0F0E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make</a:t>
            </a:r>
            <a:endParaRPr lang="en-US" sz="5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200" dirty="0">
                <a:solidFill>
                  <a:srgbClr val="0F0E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something</a:t>
            </a:r>
            <a:endParaRPr lang="en-US" sz="5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200" dirty="0">
                <a:solidFill>
                  <a:srgbClr val="0F0E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worth using.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594360" y="4937760"/>
            <a:ext cx="4114800" cy="0"/>
          </a:xfrm>
          <a:prstGeom prst="line">
            <a:avLst/>
          </a:prstGeom>
          <a:noFill/>
          <a:ln w="7620">
            <a:solidFill>
              <a:srgbClr val="C8C2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512064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A3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ricardboixeda@gmail.com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55778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Barcelona · Remote EU · Available now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132320" y="128016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dirty="0">
                <a:solidFill>
                  <a:srgbClr val="C8C2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9600" dirty="0"/>
          </a:p>
        </p:txBody>
      </p:sp>
      <p:sp>
        <p:nvSpPr>
          <p:cNvPr id="9" name="Text 7"/>
          <p:cNvSpPr/>
          <p:nvPr/>
        </p:nvSpPr>
        <p:spPr>
          <a:xfrm>
            <a:off x="7863840" y="6446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08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2026-05-13T22:06:48Z</dcterms:created>
  <dcterms:modified xsi:type="dcterms:W3CDTF">2026-05-13T22:06:48Z</dcterms:modified>
</cp:coreProperties>
</file>